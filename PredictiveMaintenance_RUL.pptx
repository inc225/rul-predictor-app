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C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731520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1338560" cy="54864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Predictive Maintenance for Aircraft Engines: Machine Learning RUL Prediction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50040" y="118872"/>
            <a:ext cx="256032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>
              <a:defRPr sz="1200">
                <a:solidFill>
                  <a:srgbClr val="FFFFFF"/>
                </a:solidFill>
              </a:defRPr>
            </a:pPr>
            <a:r>
              <a:t>DSCI-441 M2 Final 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" y="960120"/>
            <a:ext cx="3246120" cy="187451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960120"/>
            <a:ext cx="3246120" cy="292608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8056" y="1010412"/>
            <a:ext cx="2990087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Problem &amp; Motivation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" y="1353312"/>
            <a:ext cx="2916936" cy="139903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Unexpected engine degradation can cause costly delays, safety risk, and unnecessary maintenance.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Goal: estimate Remaining Useful Life (RUL) from current engine sensor data.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Output: predicted cycles remaining before failure.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35808"/>
            <a:ext cx="324612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3035808"/>
            <a:ext cx="3246120" cy="292608"/>
          </a:xfrm>
          <a:prstGeom prst="rect">
            <a:avLst/>
          </a:prstGeom>
          <a:solidFill>
            <a:srgbClr val="227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" y="3086100"/>
            <a:ext cx="2990087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" y="3429000"/>
            <a:ext cx="2916936" cy="149047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NASA C-MAPSS FD001 turbofan data.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100 training engines run to failure.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100 test engines with partial histories.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Each row: engine ID, cycle, 3 settings, 21 sensor readings.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Test labels come from RUL_FD001.txt.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" y="5230368"/>
            <a:ext cx="3246120" cy="2240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5230368"/>
            <a:ext cx="3246120" cy="2926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" y="5280659"/>
            <a:ext cx="2990087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Preprocessing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" y="5623559"/>
            <a:ext cx="2916936" cy="17647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Training label: RUL = max_cycle - current_cycle.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Capped RUL at 130 cycles.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Removed constant / low-information features.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Retained informative settings and sensor channels.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Evaluated using final observed test cycle per engine.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960120"/>
            <a:ext cx="3749039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4760" y="960120"/>
            <a:ext cx="3749039" cy="292608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22776" y="1010412"/>
            <a:ext cx="3493007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Model Selection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59352" y="1353312"/>
            <a:ext cx="3419856" cy="15361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Compared three regression models: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Ridge Regression baseline.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Random Forest for nonlinear sensor interactions.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Gradient Boosting as additional ensemble model.</a:t>
            </a: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Selection criterion: lowest RMSE on FD001 test labels.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94760" y="3200400"/>
            <a:ext cx="3749039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94760" y="3200400"/>
            <a:ext cx="3749039" cy="292608"/>
          </a:xfrm>
          <a:prstGeom prst="rect">
            <a:avLst/>
          </a:prstGeom>
          <a:solidFill>
            <a:srgbClr val="2274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931920" y="3250692"/>
            <a:ext cx="3383280" cy="2103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Evaluation Results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977639" y="3639312"/>
          <a:ext cx="3383280" cy="1051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"/>
                <a:gridCol w="1127760"/>
                <a:gridCol w="1127760"/>
              </a:tblGrid>
              <a:tr h="26289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RMSE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FFFFFF"/>
                          </a:solidFill>
                        </a:defRPr>
                      </a:pPr>
                      <a:r>
                        <a:t>MAE</a:t>
                      </a:r>
                    </a:p>
                  </a:txBody>
                  <a:tcPr>
                    <a:solidFill>
                      <a:srgbClr val="143D59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18.20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13.18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18.45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12.96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</a:tr>
              <a:tr h="262890"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Ridge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21.23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/>
                      </a:pPr>
                      <a:r>
                        <a:t>16.93</a:t>
                      </a:r>
                    </a:p>
                  </a:txBody>
                  <a:tcPr>
                    <a:solidFill>
                      <a:srgbClr val="F2F6F8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3977639" y="4663440"/>
            <a:ext cx="33832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43D59"/>
                </a:solidFill>
              </a:defRPr>
            </a:pPr>
            <a:r>
              <a:t>Best model: Random Forest (RMSE = 18.20 cycles).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18120" y="960120"/>
            <a:ext cx="31546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1155680" y="960120"/>
            <a:ext cx="3154680" cy="242316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818120" y="3611880"/>
            <a:ext cx="6492240" cy="2788920"/>
          </a:xfrm>
          <a:prstGeom prst="roundRect">
            <a:avLst/>
          </a:prstGeom>
          <a:solidFill>
            <a:srgbClr val="FFFFFF"/>
          </a:solidFill>
          <a:ln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3568" y="1170432"/>
            <a:ext cx="2852928" cy="1901952"/>
          </a:xfrm>
          <a:prstGeom prst="rect">
            <a:avLst/>
          </a:prstGeom>
        </p:spPr>
      </p:pic>
      <p:pic>
        <p:nvPicPr>
          <p:cNvPr id="30" name="Picture 29" descr="feature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11128" y="1170432"/>
            <a:ext cx="2852928" cy="1901952"/>
          </a:xfrm>
          <a:prstGeom prst="rect">
            <a:avLst/>
          </a:prstGeom>
        </p:spPr>
      </p:pic>
      <p:pic>
        <p:nvPicPr>
          <p:cNvPr id="31" name="Picture 30" descr="actual_vs_predi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3794760"/>
            <a:ext cx="4251960" cy="224028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3794760" y="5358384"/>
            <a:ext cx="3749039" cy="211226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794760" y="5358384"/>
            <a:ext cx="3749039" cy="292608"/>
          </a:xfrm>
          <a:prstGeom prst="rect">
            <a:avLst/>
          </a:prstGeom>
          <a:solidFill>
            <a:srgbClr val="F18F0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22776" y="5408676"/>
            <a:ext cx="3493007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Deployment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59352" y="5751576"/>
            <a:ext cx="3419856" cy="1636776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A Streamlit app was built for interactive predictions.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Upload CSV engine measurements.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Or manually enter one current cycle.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App returns predicted RUL and maintenance priority.</a:t>
            </a: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F2937"/>
                </a:solidFill>
              </a:defRPr>
            </a:pPr>
            <a:r>
              <a:t>File: app.py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818120" y="6629400"/>
            <a:ext cx="6492240" cy="84124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818120" y="6629400"/>
            <a:ext cx="6492240" cy="292608"/>
          </a:xfrm>
          <a:prstGeom prst="rect">
            <a:avLst/>
          </a:prstGeom>
          <a:solidFill>
            <a:srgbClr val="143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46136" y="6679692"/>
            <a:ext cx="6236207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defRPr sz="15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82712" y="7022592"/>
            <a:ext cx="6163055" cy="365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200"/>
              </a:spcAft>
              <a:defRPr sz="1019">
                <a:solidFill>
                  <a:srgbClr val="1F2937"/>
                </a:solidFill>
              </a:defRPr>
            </a:pPr>
            <a:r>
              <a:t>Machine learning can convert multivariate engine sensor measurements into actionable RUL estimates. Random Forest performed best among tested models and is suitable for a clear, deployable predictive-maintenance prototype.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20040" y="7818120"/>
            <a:ext cx="1399032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50">
                <a:solidFill>
                  <a:srgbClr val="5A646E"/>
                </a:solidFill>
              </a:defRPr>
            </a:pPr>
            <a:r>
              <a:t>Data source: NASA C-MAPSS FD001 Turbofan Engine Degradation Simulation Data | Metrics: RMSE, MAE, R2 | Code includes model training, saved model, and Streamlit demo.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